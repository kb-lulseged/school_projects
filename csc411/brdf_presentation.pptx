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75195" y="1624013"/>
            <a:ext cx="459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BRDF Neural Network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56882" y="2271713"/>
            <a:ext cx="2030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 in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91000" y="2881313"/>
            <a:ext cx="762000" cy="28575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13393" y="3252788"/>
            <a:ext cx="17172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 411 Final Project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84785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BRDF = how light reflects off a surface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226695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angles in/out, predict reflectance intensity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838450"/>
            <a:ext cx="3285976" cy="9144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200" y="3028950"/>
            <a:ext cx="2807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200" y="3295650"/>
            <a:ext cx="28076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θ_in, φ_in, θ_out, φ_out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86076" y="31242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600426" y="2838450"/>
            <a:ext cx="2253853" cy="9144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7126" y="3028950"/>
            <a:ext cx="17548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67126" y="3295650"/>
            <a:ext cx="17548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red reflectance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90725" y="1685925"/>
            <a:ext cx="857250" cy="1143000"/>
          </a:xfrm>
          <a:prstGeom prst="roundRect">
            <a:avLst>
              <a:gd name="adj" fmla="val 7111"/>
            </a:avLst>
          </a:prstGeom>
          <a:solidFill>
            <a:srgbClr val="16213E"/>
          </a:solidFill>
          <a:ln w="19050">
            <a:solidFill>
              <a:srgbClr val="3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55652" y="210502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74689" y="2886075"/>
            <a:ext cx="2949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05175" y="22098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048125" y="1495425"/>
            <a:ext cx="1047750" cy="1524000"/>
          </a:xfrm>
          <a:prstGeom prst="roundRect">
            <a:avLst>
              <a:gd name="adj" fmla="val 581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13052" y="1990725"/>
            <a:ext cx="3242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425851" y="2371725"/>
            <a:ext cx="298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71677" y="3076575"/>
            <a:ext cx="4085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53075" y="22098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296025" y="1876425"/>
            <a:ext cx="857250" cy="762000"/>
          </a:xfrm>
          <a:prstGeom prst="roundRect">
            <a:avLst>
              <a:gd name="adj" fmla="val 8000"/>
            </a:avLst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60952" y="2105025"/>
            <a:ext cx="129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9210" y="2695575"/>
            <a:ext cx="378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1854" y="3648075"/>
            <a:ext cx="3835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 total parameters • He initialization • MSE loss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6192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" y="1524000"/>
            <a:ext cx="1286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load_data()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14116" y="1524000"/>
            <a:ext cx="2408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load and split the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20383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943100"/>
            <a:ext cx="1871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normalize_data()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7551" y="1943100"/>
            <a:ext cx="1976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scale inputs to [0, 1]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24574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362200"/>
            <a:ext cx="28076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NeuralNetwork.__init__()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5076" y="2362200"/>
            <a:ext cx="1652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initialize weights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" y="28765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0100" y="2781300"/>
            <a:ext cx="10529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forward()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84772" y="2781300"/>
            <a:ext cx="1890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compute prediction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500" y="32956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100" y="3200400"/>
            <a:ext cx="11699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backward()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99518" y="3200400"/>
            <a:ext cx="28838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backpropagation (the key part)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500" y="37147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619500"/>
            <a:ext cx="81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EA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train()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55428" y="3619500"/>
            <a:ext cx="2754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SGD loop with early stopping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8127" y="1695450"/>
            <a:ext cx="727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490545" y="2495550"/>
            <a:ext cx="2162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41433" y="3181350"/>
            <a:ext cx="2660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1,048,576 samples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AE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0" y="1804988"/>
            <a:ext cx="3108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TRAIN LOSS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524500" y="2033588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0.000133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524500" y="2566988"/>
            <a:ext cx="31089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LOSS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24500" y="2795588"/>
            <a:ext cx="3108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0.000122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524500" y="3328988"/>
            <a:ext cx="3048000" cy="9525"/>
          </a:xfrm>
          <a:prstGeom prst="rect">
            <a:avLst/>
          </a:prstGeom>
          <a:solidFill>
            <a:srgbClr val="3A3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0" y="3529013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overfitting — curves converge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BRDF Neural Network - CSC 411 Final Project</dc:title>
  <dc:subject>PptxGenJS Presentation</dc:subject>
  <dc:creator>CSC 411 Student</dc:creator>
  <cp:lastModifiedBy>CSC 411 Student</cp:lastModifiedBy>
  <cp:revision>1</cp:revision>
  <dcterms:created xsi:type="dcterms:W3CDTF">2025-12-14T06:06:39Z</dcterms:created>
  <dcterms:modified xsi:type="dcterms:W3CDTF">2025-12-14T06:06:39Z</dcterms:modified>
</cp:coreProperties>
</file>